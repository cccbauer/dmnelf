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SRET-Based Calibration for EEG Neurofeedback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CCFF"/>
                </a:solidFill>
                <a:latin typeface="Calibri"/>
              </a:defRPr>
            </a:pPr>
            <a:r>
              <a:t>Using Self-Referential Encoding Task as a DMN Localizer for EEG-Only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1800">
                <a:solidFill>
                  <a:srgbClr val="888888"/>
                </a:solidFill>
                <a:latin typeface="Calibri"/>
              </a:defRPr>
            </a:pPr>
            <a:r>
              <a:t>rtBPD pilot (n=2)  •  DMNELF group model  •  DWT+stats features</a:t>
            </a:r>
          </a:p>
          <a:p>
            <a:pPr algn="ctr">
              <a:spcAft>
                <a:spcPts val="720"/>
              </a:spcAft>
              <a:defRPr sz="1800">
                <a:solidFill>
                  <a:srgbClr val="888888"/>
                </a:solidFill>
                <a:latin typeface="Calibri"/>
              </a:defRPr>
            </a:pPr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8A"/>
                </a:solidFill>
                <a:latin typeface="Calibri"/>
              </a:defRPr>
            </a:pPr>
            <a:r>
              <a:t>Why SRET for Calibration?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Problem: calibrating the EEG decoder requires knowing what the fMRI network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state should be — but in EEG-only NF we don't have fMRI.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Previous calibration approaches: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• Feedback pseudo-target (baseline → feedback step): weak, hurts on rtBPD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• Rest calibration: hurts arousal-free targets (trains on arousal)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SRET advantage: a task with KNOWN DMN activation pattern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• Self-referential blocks → maximal DMN engagement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• Semantic control blocks → DMN suppression (external attention)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• Multiple self/semantic alternations per run → rich training signal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• Separate task from feedback → no feedback runs sacrificed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Literature supports (Cerebral Cortex 2017, Frontiers 2013):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DMN hierarchy: self &gt; other &gt; semantic/rest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Self-referential processing activates vmPFC, PCC — core DMN nodes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Semantic control (syllable counting) deactivates DMN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Three SRET Contrasts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Each contrast defines a different pseudo-target from the SRET block design,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convolved with the HRF: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Contrast A: Self vs Rest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self = +1.0,  other = +0.5,  semantic = 0,  rest = 0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Simple: DMN on during self/other, off during rest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Contrast B: Self vs Semantic  ★ (DMN localizer)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self = +1.0,  other = 0,  semantic = -1.0,  rest = 0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Bipolar: DMN maximally ON (self) vs maximally OFF (semantic)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Most informative — model learns both DMN activation AND suppression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Contrast C: Graded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self = +1.0,  other = +0.5,  semantic = -0.5,  rest = 0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  Intermediate: uses all conditions at different levels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Each tested with 1 SRET run (~6 min) and all 4 SRET runs (~24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2D8E"/>
                </a:solidFill>
                <a:latin typeface="Calibri"/>
              </a:defRPr>
            </a:pPr>
            <a:r>
              <a:t>Results: SRET Calibration vs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GSR'd CEN (n=2, rtbpd002 + rtbpd004):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Strategy                          mean r    002      004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SRET self vs semantic (1 run) ★   +0.092    +0.24    -0.05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SRET self vs rest (all runs)      +0.092    +0.22    -0.04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SRET self vs semantic (all)       +0.091    +0.20    -0.02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SRET graded (all)                 +0.088    +0.21    -0.03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No calibration (group only)       +0.075    +0.17    +0.06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Feedback 1-run cal                +0.044    +0.26    -0.00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PDA: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SRET self vs semantic (1 run) ★   +0.097    +0.26    -0.07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No calibration                    +0.096    +0.27    -0.00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SRET self vs rest (1 run)         +0.083    +0.26    -0.09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Feedback 1-run cal                +0.082    +0.28    -0.07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761D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1. SRET self-vs-semantic is the best calibration contrast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→ The bipolar DMN on/off contrast provides the richest training signal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→ Matches the published DMN localizer contrast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2. 1 SRET run (~6 min) is sufficient — no benefit from 4 runs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→ Practical for clinical deployment: short calibration task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3. SRET calibration improves GSR CEN over no-cal (+23%, 0.092 vs 0.075)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→ Does NOT hurt (unlike feedback cal which dropped to 0.044)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→ SRET is a safe calibration — worst case it matches no-cal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4. rtbpd002 benefits substantially from SRET cal (GSR CEN: 0.17 → 0.24)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rtbpd004 is a non-responder regardless of strategy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5. Recommended pipeline: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Group DWT+stats model → 1 SRET run calibration (self vs semantic)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 → Predict all feedback runs — no fMRI, no feedback sacrifice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Recommended EEG-Only NF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  <a:r>
              <a:t>1.  Train group model on EEG-fMRI cohort (DMNELF n=17)</a:t>
            </a: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  <a:r>
              <a:t>     DWT db4 statistical features (620f) + Ridge α=1000</a:t>
            </a: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  <a:r>
              <a:t>2.  New participant: run 1 SRET scan (~6 min, EEG only)</a:t>
            </a: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  <a:r>
              <a:t>     Self-referential vs semantic control blocks</a:t>
            </a: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  <a:r>
              <a:t>     Build pseudo-target: self = +1, semantic = -1, HRF convolved</a:t>
            </a: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  <a:r>
              <a:t>     Fit calibration Ridge on SRET EEG → pseudo-target</a:t>
            </a: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  <a:r>
              <a:t>3.  Deploy calibrated model for real-time CEN/PDA feedback</a:t>
            </a: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  <a:r>
              <a:t>     All feedback runs available — no runs sacrificed for calibration</a:t>
            </a: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  <a:r>
              <a:t>     Expected: GSR CEN r ≈ 0.09-0.24 depending on individual</a:t>
            </a: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</a:p>
          <a:p>
            <a:pPr algn="ctr">
              <a:spcAft>
                <a:spcPts val="720"/>
              </a:spcAft>
              <a:defRPr sz="1800">
                <a:solidFill>
                  <a:srgbClr val="DDDDDD"/>
                </a:solidFill>
                <a:latin typeface="Calibri"/>
              </a:defRPr>
            </a:pPr>
            <a:r>
              <a:t>     No fMRI needed at any point for the new participant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