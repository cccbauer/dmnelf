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The mindwear EEG→BOLD decoder: what actually transfers</a:t>
            </a:r>
          </a:p>
          <a:p>
            <a:r>
              <a:rPr sz="1800">
                <a:solidFill>
                  <a:srgbClr val="555555"/>
                </a:solidFill>
              </a:rPr>
              <a:t>Auditing the deployed decoder's real generalization, and everything tried to improve it</a:t>
            </a:r>
          </a:p>
          <a:p>
            <a:r>
              <a:rPr sz="1400">
                <a:solidFill>
                  <a:srgbClr val="555555"/>
                </a:solidFill>
              </a:rPr>
              <a:t>efp_pooled investigation, Aug 31 – Sep 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Why we looked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The Compare-mode demo shows two balls side by side — one driven by observed fMRI BOLD, one by the portable EEG decoder — meant to visually track each other.</a:t>
            </a:r>
          </a:p>
          <a:p>
            <a:pPr>
              <a:spcAft>
                <a:spcPts val="600"/>
              </a:spcAft>
            </a:pPr>
            <a:r>
              <a:rPr sz="1700" b="0"/>
              <a:t>• They don't line up well in practice. Tried display-only fixes first (EMA smoothing, outlier winsorizing/median filtering) — reverted or inconclusive.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Root cause was NOT display noise: simulating the real ball physics against real BOLD data showed the visible "whips" line up with genuine, large swings in the underlying signal.</a:t>
            </a:r>
          </a:p>
          <a:p>
            <a:pPr>
              <a:spcAft>
                <a:spcPts val="600"/>
              </a:spcAft>
            </a:pPr>
            <a:r>
              <a:rPr sz="1700" b="0"/>
              <a:t>• That redirected the question from "how do we smooth the display" to "how accurate is the decoder, really" — which had never been honestly, out-of-sample tested before.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quoted accuracy number was in-sample</a:t>
            </a:r>
          </a:p>
        </p:txBody>
      </p:sp>
      <p:pic>
        <p:nvPicPr>
          <p:cNvPr id="3" name="Picture 2" descr="fig1_insample_vs_he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499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• The r≈+0.22 quoted for the decoder was scored on dmnelf005 — a subject IN the training set, and the cohort's single best performer. Never scored on a truly new subject before.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03A2E"/>
                </a:solidFill>
              </a:rPr>
              <a:t>• Scored honestly on rtBPD subjects (never in training): PDA r=+0.010 (p=0.43) — a coin flip. CEN and DMN individually transfer significantly; their difference (PDA) does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Why PDA specifically fails, and what we kept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The EEG-decodable component is largely shared/global (consistent with an arousal-type signal, see eeg_bold_coupling analysis) — real, but not network-specific.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B03A2E"/>
                </a:solidFill>
              </a:rPr>
              <a:t>• PDA = CEN − DMN differences away exactly that shared component, leaving nothing transferable behind. Fitting PDA directly instead of deriving it (obvious fix) does not recover it either — tested and negative.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Decision: keep the shipped two-model architecture (CEN and DMN each fit independently, PDA = their difference downstream), and focus improvement efforts on CEN/DMN — the targets that actually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What we tried to improve CEN/DMN transfer</a:t>
            </a:r>
          </a:p>
        </p:txBody>
      </p:sp>
      <p:pic>
        <p:nvPicPr>
          <p:cNvPr id="3" name="Picture 2" descr="fig2_arm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4119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/>
              <a:t>• pooled28's CEN bar looks like a clear win here (this is training-side grouped-CV) — it did NOT hold up on the locked external test (CEN p worsened 0.038→0.117). Grouped-CV overstated transfer; the chart above is a training diagnostic, not a performance claim.</a:t>
            </a:r>
          </a:p>
          <a:p>
            <a:pPr>
              <a:spcAft>
                <a:spcPts val="600"/>
              </a:spcAft>
            </a:pPr>
            <a:r>
              <a:rPr sz="1300" b="0"/>
              <a:t>• cap31 (full research montage) is the only other real effect — but it trades a small CEN gain for a real DMN loss, not a net win. epoc_afproxy and ElasticNet are flat-to-worse.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</a:rPr>
              <a:t>• The joint CEN+DMN fit (motivated by the shared-component finding) is the WORST arm despite having the HIGHEST in-sample r — a clean overfitting signature.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Per-subject calibration — the most promising lever — also negative</a:t>
            </a:r>
          </a:p>
        </p:txBody>
      </p:sp>
      <p:pic>
        <p:nvPicPr>
          <p:cNvPr id="3" name="Picture 2" descr="fig3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25880"/>
            <a:ext cx="10058400" cy="3831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• Calibrate on the subject's own run-1 task design (no fMRI needed — the deployable scenario), test on their remaining real fMRI, honest cross-subject LOSO (n=19).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03A2E"/>
                </a:solidFill>
              </a:rPr>
              <a:t>• CEN never significantly improves; DMN gets systematically WORSE, and more so with more calibration data. (PDA/GSR_PDA do improve — but that's not the kept target.)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Six independent approaches tried — pooling, direct-PDA-fit, wider montage, ElasticNet, joint multi-task fitting, per-subject calibration — none improves CEN/DMN transfer beyond the currently-shipped model.</a:t>
            </a:r>
          </a:p>
          <a:p>
            <a:pPr>
              <a:spcAft>
                <a:spcPts val="600"/>
              </a:spcAft>
            </a:pPr>
            <a:r>
              <a:rPr sz="1700" b="0"/>
              <a:t>• The ceiling looks set by how much EEG-decodable signal exists at all (largely shared/global), not by any modeling choice tried so far.</a:t>
            </a:r>
          </a:p>
          <a:p>
            <a:pPr>
              <a:spcAft>
                <a:spcPts val="600"/>
              </a:spcAft>
            </a:pPr>
            <a:r>
              <a:rPr sz="1700" b="0"/>
              <a:t>• Recommendation: keep the shipped efp_epoc_model.npz as-is. If a single, most-defensible target is needed for messaging, DMN transfers most consistently across every arm tested.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• Expectation-setting for demos: dual-ball direction agreement needs r≈0.59 for 70%; the validated ceiling here is r≈0.15–0.25. A visually "convincing" side-by-side demo isn't reachable by any decoding fix on the table — this was never really a display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