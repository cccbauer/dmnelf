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An EEG f-SNR that matches the BOLD neurofeedback target</a:t>
            </a:r>
          </a:p>
          <a:p>
            <a:r>
              <a:rPr sz="1700">
                <a:solidFill>
                  <a:srgbClr val="555555"/>
                </a:solidFill>
              </a:rPr>
              <a:t>Two streams: (A) fit an EEG decoder to the fMRI f-SNR/PDA  vs  (B) a PURE EEG f-SNR matched to it</a:t>
            </a:r>
          </a:p>
          <a:p>
            <a:r>
              <a:rPr sz="1500">
                <a:solidFill>
                  <a:srgbClr val="555555"/>
                </a:solidFill>
              </a:rPr>
              <a:t>The prize: a calibration-free, interpretable, portable EEG 'clarity' index that tracks PDA</a:t>
            </a:r>
          </a:p>
          <a:p>
            <a:r>
              <a:rPr sz="1400">
                <a:solidFill>
                  <a:srgbClr val="555555"/>
                </a:solidFill>
              </a:rPr>
              <a:t>DMNELF (n=17) within/LOSO + rtBPD (nf1 n=19, nf2 n=11) cross-cohort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3A5F"/>
                </a:solidFill>
              </a:rPr>
              <a:t>The idea — align f-SNR across modalities, don't just decode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/>
              <a:t>• fMRI phase: the f-SNR ≈ a normalized restatement of PDA regulation (signal channel).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F3A5F"/>
                </a:solidFill>
              </a:rPr>
              <a:t>• Instead of only fitting EEG→BOLD, compute an f-SNR in EACH modality and MATCH them — signal/noise 'clarity' in EEG vs in BOLD.</a:t>
            </a:r>
          </a:p>
          <a:p>
            <a:pPr>
              <a:spcAft>
                <a:spcPts val="600"/>
              </a:spcAft>
            </a:pPr>
            <a:r>
              <a:rPr sz="1700" b="0"/>
              <a:t>• Stream A (benchmark): EFP / band-power decoder fit to the fMRI f-SNR / PDA (the ceiling).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F77B4"/>
                </a:solidFill>
              </a:rPr>
              <a:t>• Stream B (the prize): a PURE EEG f-SNR (no per-subject fitting) — if it matches PDA and TRANSFERS, we get a calibration-free NF marker.</a:t>
            </a:r>
          </a:p>
          <a:p>
            <a:pPr>
              <a:spcAft>
                <a:spcPts val="600"/>
              </a:spcAft>
            </a:pPr>
            <a:r>
              <a:rPr sz="1700" b="0"/>
              <a:t>• EEG f-SNR flavors searched: band power (running mean/std + quench) and oscillatory÷aperiodic (specparam 1/f).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3A5F"/>
                </a:solidFill>
              </a:rPr>
              <a:t>Within-subject head-to-head — construct reaches ~70% of the fitted ceiling</a:t>
            </a:r>
          </a:p>
          <a:p>
            <a:r>
              <a:rPr sz="1400">
                <a:solidFill>
                  <a:srgbClr val="555555"/>
                </a:solidFill>
              </a:rPr>
              <a:t>Leak-free match to PDA. Fitted decoder leads; the zero-fitting construct f-SNR is close behind.</a:t>
            </a:r>
          </a:p>
        </p:txBody>
      </p:sp>
      <p:pic>
        <p:nvPicPr>
          <p:cNvPr id="3" name="Picture 2" descr="fig_headtohead_with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1737360"/>
            <a:ext cx="8686800" cy="4439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52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/>
              <a:t>• Fitted EFP ~0.17; construct frontal-theta f-SNR 0.119 (NO fitting). specparam osc/aperiodic is weaker (0.10) — per-TR FOOOF adds noise, simpler band power wins.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3A5F"/>
                </a:solidFill>
              </a:rPr>
              <a:t>The payoff — the pure EEG f-SNR TRANSFERS across cohorts; raw power does not</a:t>
            </a:r>
          </a:p>
          <a:p>
            <a:r>
              <a:rPr sz="1400">
                <a:solidFill>
                  <a:srgbClr val="555555"/>
                </a:solidFill>
              </a:rPr>
              <a:t>Fixed frontal-theta f-SNR construct, zero fitting, applied to an independent cohort (rtBPD)</a:t>
            </a:r>
          </a:p>
        </p:txBody>
      </p:sp>
      <p:pic>
        <p:nvPicPr>
          <p:cNvPr id="3" name="Picture 2" descr="fig_crosscohort_general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1737360"/>
            <a:ext cx="8686800" cy="4439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52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1">
                <a:solidFill>
                  <a:srgbClr val="2E7D32"/>
                </a:solidFill>
              </a:rPr>
              <a:t>• rtBPD nf1 r=+0.126 (p=5e-4, 79% subj+), nf2 r=+0.147 (p=5e-3, 91%+). Raw band power collapses (r≈0, ns) — noise-normalization removes cohort-specific gain. Matches/beats the fitted EFP.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3A5F"/>
                </a:solidFill>
              </a:rPr>
              <a:t>Why the f-SNR transfers when raw EEG doesn't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/>
              <a:t>• Raw band power carries the PDA signal (|r|≈0.12 within-cohort) but its scale/gain is cohort-specific → r≈0 cross-cohort.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</a:rPr>
              <a:t>• The f-SNR = signal/noise DIVIDES OUT that gain → a dimensionless 'clarity' that is cohort-invariant. This is exactly the framework's claim, borne out.</a:t>
            </a:r>
          </a:p>
          <a:p>
            <a:pPr>
              <a:spcAft>
                <a:spcPts val="600"/>
              </a:spcAft>
            </a:pPr>
            <a:r>
              <a:rPr sz="1600" b="0"/>
              <a:t>• Frontal montage works (portable headset); frontal-theta is physiologically apt for DMN↔CEN control. The f-SNR normalization specifically helps the noisier frontal channels.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E7D32"/>
                </a:solidFill>
              </a:rPr>
              <a:t>• A zero-fitting construct that matches/beats a per-cohort-fitted decoder cross-cohort is the ideal NF marker: interpretable, calibration-free, deployable.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3A5F"/>
                </a:solidFill>
              </a:rPr>
              <a:t>Secondary — EEG decluttering during regulation (and it's NOT EMG)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F77B4"/>
                </a:solidFill>
              </a:rPr>
              <a:t>• Non-convolved (specparam) band power: beta +1.6 dB (p=2e-4), gamma +3.7 dB (p=1e-4) variance DROP during feedback; delta/theta/alpha flat.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7D32"/>
                </a:solidFill>
              </a:rPr>
              <a:t>• Not EMG: the quench is MIDLINE-strongest, not temporal-dominant (beta midline +1.56 vs temporal +1.06); and active novice noting-practice wouldn't reduce EMG vs rest anyway.</a:t>
            </a:r>
          </a:p>
          <a:p>
            <a:pPr>
              <a:spcAft>
                <a:spcPts val="600"/>
              </a:spcAft>
            </a:pPr>
            <a:r>
              <a:rPr sz="1500" b="0"/>
              <a:t>• Aperiodic check: broadband offset variance is flat (−0.2 dB, ns; against EMG), while the 1/f EXPONENT stabilizes (+1.2 dB, p=8e-4) — a more stable E/I regime.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F3A5F"/>
                </a:solidFill>
              </a:rPr>
              <a:t>• → genuinely neural: reduced high-freq power variability + stabilized 1/f slope during regulation = the stability/criticality face of the f-SNR framework.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</a:rPr>
              <a:t>• (HRF-convolved cache gave a spurious +30 dB all-band onset-ramp artifact; corrected with the non-convolved specparam extraction.)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3A5F"/>
                </a:solidFill>
              </a:rPr>
              <a:t>Bottom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</a:rPr>
              <a:t>• A PURE EEG f-SNR (frontal-theta, band power, zero fitting) matches the BOLD PDA the neurofeedback trains — within-subject 0.12, and it TRANSFERS to an independent cohort (rtBPD nf1 0.126, nf2 0.147).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E7D32"/>
                </a:solidFill>
              </a:rPr>
              <a:t>• It generalizes where raw EEG and even the fitted decoder struggle cross-cohort, because noise-normalization removes cohort-specific gain.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E7D32"/>
                </a:solidFill>
              </a:rPr>
              <a:t>• Practical NF implication: a calibration-free, portable-frontal EEG clarity index — no per-subject/per-cohort training — can serve as an EEG-only proxy for the fMRI NF target.</a:t>
            </a:r>
          </a:p>
          <a:p>
            <a:pPr>
              <a:spcAft>
                <a:spcPts val="600"/>
              </a:spcAft>
            </a:pPr>
            <a:r>
              <a:rPr sz="1600" b="0"/>
              <a:t>• The fitted EFP decoder still wins within-subject (0.17) — use it when calibration is available; use the construct f-SNR when it isn't (new subjects/sites).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