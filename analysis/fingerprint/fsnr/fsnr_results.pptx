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A functional signal-to-noise ratio (f-SNR) for DMNELF neurofeedback</a:t>
            </a:r>
          </a:p>
          <a:p>
            <a:r>
              <a:rPr sz="1800">
                <a:solidFill>
                  <a:srgbClr val="555555"/>
                </a:solidFill>
              </a:rPr>
              <a:t>Purely-fMRI phase — applying the f-SNR framework (Laukkonen 2026; Nath 2026) to CEN / DMN / PDA</a:t>
            </a:r>
          </a:p>
          <a:p>
            <a:r>
              <a:rPr sz="1500">
                <a:solidFill>
                  <a:srgbClr val="555555"/>
                </a:solidFill>
              </a:rPr>
              <a:t>Is there an fMRI f-SNR? Does increased PDA / reduced DMN = higher f-SNR? Is it a good NF signal?</a:t>
            </a:r>
          </a:p>
          <a:p>
            <a:r>
              <a:rPr sz="1400">
                <a:solidFill>
                  <a:srgbClr val="555555"/>
                </a:solidFill>
              </a:rPr>
              <a:t>17 subjects · 67 feedback runs · law of total variance · before the EEG decoder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The f-SNR framework (the idea we're testing)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f-SNR = signal variance / noise variance — 'mental clarity' = neural activity that tracks the goal-relevant cause, not endogenous noise.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</a:rPr>
              <a:t>• Law of total variance:  Var(r) = Var_z(E[r|z])  [signal]  +  E_z(Var(r|z))  [noise].</a:t>
            </a:r>
          </a:p>
          <a:p>
            <a:pPr>
              <a:spcAft>
                <a:spcPts val="600"/>
              </a:spcAft>
            </a:pPr>
            <a:r>
              <a:rPr sz="1700" b="0"/>
              <a:t>• Two channels: amplify signal (task-positive up) and declutter noise. Nath 2026 names DMN suppression as the noise-reduction substrate.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7B4"/>
                </a:solidFill>
              </a:rPr>
              <a:t>• Our hypothesis for DMNELF: increased PDA (CEN−DMN) / reduced DMN = higher f-SNR — testable, non-circular, because f-SNR is a variance RATIO while PDA/DMN are means.</a:t>
            </a:r>
          </a:p>
          <a:p>
            <a:pPr>
              <a:spcAft>
                <a:spcPts val="600"/>
              </a:spcAft>
            </a:pPr>
            <a:r>
              <a:rPr sz="1700" b="0"/>
              <a:t>• Goal here: build a faithful fMRI f-SNR from the networks, then ask if it is a good neurofeedback target — before hunting its EEG signature.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Method — law of total variance, within-run rest vs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Every feedback run = 25 TR rest baseline + 100 TR feedback (drop 5 HRF-lag TRs) → a controlled within-run cause z = {rest, feedback}.</a:t>
            </a:r>
          </a:p>
          <a:p>
            <a:pPr>
              <a:spcAft>
                <a:spcPts val="600"/>
              </a:spcAft>
            </a:pPr>
            <a:r>
              <a:rPr sz="1700" b="0"/>
              <a:t>• signal = Var_z(E[r|z]) (how far the network mean shifts rest→feedback);  noise = E_z(Var(r|z)) (within-condition fluctuation).</a:t>
            </a:r>
          </a:p>
          <a:p>
            <a:pPr>
              <a:spcAft>
                <a:spcPts val="600"/>
              </a:spcAft>
            </a:pPr>
            <a:r>
              <a:rPr sz="1700" b="0"/>
              <a:t>• f-SNR = signal / noise, in dB. A GLM version uses the HRF-convolved boxcar (the pseudo-target) as E[r|z]  →  f-SNR = R²/(1−R²).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</a:rPr>
              <a:t>• Computed per network: PDA, CEN, DMN. n = 17 subjects, 67 runs.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Result 1 — f-SNR tracks the SIGNAL, not DMN mean-suppression</a:t>
            </a:r>
          </a:p>
          <a:p>
            <a:r>
              <a:rPr sz="1400">
                <a:solidFill>
                  <a:srgbClr val="555555"/>
                </a:solidFill>
              </a:rPr>
              <a:t>Group regulates correctly (PDA+ 78%, CEN+ 79%, DMN− 60%). f-SNR ↔ PDA regulation (r=+0.58); f-SNR ↔ DMN mean drop ≈ 0</a:t>
            </a:r>
          </a:p>
        </p:txBody>
      </p:sp>
      <p:pic>
        <p:nvPicPr>
          <p:cNvPr id="3" name="Picture 2" descr="fig_fsnr_vs_pda_d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3499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A5F"/>
                </a:solidFill>
              </a:rPr>
              <a:t>• 'Increased PDA → higher f-SNR' holds; 'reduced DMN → higher f-SNR' does NOT, as a mean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Reframe — DMN is the NOISE, so test its VARIANCE (variability quenching)</a:t>
            </a:r>
          </a:p>
          <a:p>
            <a:r>
              <a:rPr sz="1400">
                <a:solidFill>
                  <a:srgbClr val="555555"/>
                </a:solidFill>
              </a:rPr>
              <a:t>Nath Table 2 row 1: decluttering = reduced endogenous variance during regulation</a:t>
            </a:r>
          </a:p>
        </p:txBody>
      </p:sp>
      <p:pic>
        <p:nvPicPr>
          <p:cNvPr id="3" name="Picture 2" descr="fig_dmn_qu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34544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• DMN variance QUENCHES rest→feedback (+2.2 dB, p=1e-4, 75% of runs), more than CEN — the noise-reduction the mean test missed. But the degree of quench does not predict regulation.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Tightening — real, but GLOBAL not DMN-specific, and dissociable from signal</a:t>
            </a:r>
          </a:p>
          <a:p>
            <a:r>
              <a:rPr sz="1400">
                <a:solidFill>
                  <a:srgbClr val="555555"/>
                </a:solidFill>
              </a:rPr>
              <a:t>Startup control passes (long rest = no quench); raw global_signal as whole-brain reference</a:t>
            </a:r>
          </a:p>
        </p:txBody>
      </p:sp>
      <p:pic>
        <p:nvPicPr>
          <p:cNvPr id="3" name="Picture 2" descr="fig_fsnr_tigh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247120" cy="34544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2E7D32"/>
                </a:solidFill>
              </a:rPr>
              <a:t>• Control passes: dedicated long-rest shows NO quench → feedback quench is real, not an onset artifact.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But global quenches MOST (+3.1) &gt; DMN (+2.2) &gt; CEN (+1.25); and DMN quench is INDEPENDENT of f-SNR / regulation (r≈0). Noise-down and signal-up are dissociable axes.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Seeing it — the timeseries</a:t>
            </a:r>
          </a:p>
          <a:p>
            <a:r>
              <a:rPr sz="1400">
                <a:solidFill>
                  <a:srgbClr val="555555"/>
                </a:solidFill>
              </a:rPr>
              <a:t>Group-mean trajectory · quench trajectory · rest control · running f-SNR(t) in dB</a:t>
            </a:r>
          </a:p>
        </p:txBody>
      </p:sp>
      <p:pic>
        <p:nvPicPr>
          <p:cNvPr id="3" name="Picture 2" descr="fig_fsnr_timeseries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28800"/>
            <a:ext cx="11887200" cy="2752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/>
              <a:t>• After feedback onset: PDA/CEN rise (signal), variance drops (global most), and running f-SNR(t) rises to a peak ~+3.5 dB then decays. DMN f-SNR lags. (Per-run browser: fsnr_timeseries_runs.pdf, 67 pages.)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Is f-SNR a good neurofeedback signal? — valid, but not better than PDA</a:t>
            </a:r>
          </a:p>
          <a:p>
            <a:r>
              <a:rPr sz="1400">
                <a:solidFill>
                  <a:srgbClr val="555555"/>
                </a:solidFill>
              </a:rPr>
              <a:t>Causal real-time running f-SNR = trailing_mean(PDA)/trailing_std</a:t>
            </a:r>
          </a:p>
        </p:txBody>
      </p:sp>
      <p:pic>
        <p:nvPicPr>
          <p:cNvPr id="3" name="Picture 2" descr="fig_fsnr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3385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778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/>
              <a:t>• Well-modulated (fb&gt;rest +1.07, p=1e-4, 84%), smooth (0.95), reliable (ICC 0.51), controllable (r=0.77 with β_PDA).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B03A2E"/>
                </a:solidFill>
              </a:rPr>
              <a:t>• BUT rest↔feedback discriminability d′ = 0.70 (f-SNR) &lt; 0.82 (raw PDA) → normalizing by noise does NOT sharpen the signal. Raw PDA stays the better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DMNELF neurofeedback engages BOTH f-SNR channels — but they are dissociable.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E7D32"/>
                </a:solidFill>
              </a:rPr>
              <a:t>– Signal channel (CEN/PDA regulation): carries the reliable, state-separating, controllable information.</a:t>
            </a:r>
          </a:p>
          <a:p>
            <a:pPr lvl="1">
              <a:spcAft>
                <a:spcPts val="600"/>
              </a:spcAft>
            </a:pPr>
            <a:r>
              <a:rPr sz="1400" b="0"/>
              <a:t>– Noise channel (variability quenching): real, but mostly GLOBAL, and independent of the signal / of NF success.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B03A2E"/>
                </a:solidFill>
              </a:rPr>
              <a:t>• f-SNR is a valid interpretive index of 'clarity' but NOT a better NF target than raw PDA (noise-normalization doesn't help here).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For the EEG phase we carry the SIGNAL-channel target (glm_PDA_db / PDA); the global decluttering axis is a separate arousal-like signal EEG may read but that doesn't serve the NF goal.</a:t>
            </a:r>
          </a:p>
          <a:p>
            <a:pPr>
              <a:spcAft>
                <a:spcPts val="600"/>
              </a:spcAft>
            </a:pPr>
            <a:r>
              <a:rPr sz="1600" b="0"/>
              <a:t>• Faithful to the framework, honestly tested: the 'clear mind = higher f-SNR' we can use is the amplify-signal channel, not declutter-DMN-noise — in this paradigm.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</a:rPr>
              <a:t>Next — the EEG 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/>
              <a:t>• Target: the signal-channel fMRI f-SNR / PDA (reliable, controllable).</a:t>
            </a:r>
          </a:p>
          <a:p>
            <a:pPr>
              <a:spcAft>
                <a:spcPts val="600"/>
              </a:spcAft>
            </a:pPr>
            <a:r>
              <a:rPr sz="1700" b="0"/>
              <a:t>• Reuse the EFP (single-electrode sliding-delay) and multivariate band-power machinery already built.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77B4"/>
                </a:solidFill>
              </a:rPr>
              <a:t>• Ask: can EEG decode the fMRI f-SNR / PDA, and does the pseudo-target calibration transfer?</a:t>
            </a:r>
          </a:p>
          <a:p>
            <a:pPr>
              <a:spcAft>
                <a:spcPts val="600"/>
              </a:spcAft>
            </a:pPr>
            <a:r>
              <a:rPr sz="1700" b="0"/>
              <a:t>• Secondary: is the GLOBAL decluttering axis the arousal signal EEG reads best (band-power's known confound)?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