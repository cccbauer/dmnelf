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Cross-Cohort Replication: DMNELF → rtBPD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CCFF"/>
                </a:solidFill>
                <a:latin typeface="Calibri"/>
              </a:defRPr>
            </a:pPr>
            <a:r>
              <a:t>Testing the General EEG Fingerprint on an Independent Cohort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0"/>
              </a:spcAft>
              <a:defRPr sz="1800">
                <a:solidFill>
                  <a:srgbClr val="888888"/>
                </a:solidFill>
                <a:latin typeface="Calibri"/>
              </a:defRPr>
            </a:pPr>
            <a:r>
              <a:t>Train: 17 DMNELF subjects  •  Test: 3 rtBPD subjects (pilot)</a:t>
            </a:r>
          </a:p>
          <a:p>
            <a:pPr algn="ctr">
              <a:spcAft>
                <a:spcPts val="720"/>
              </a:spcAft>
              <a:defRPr sz="1800">
                <a:solidFill>
                  <a:srgbClr val="888888"/>
                </a:solidFill>
                <a:latin typeface="Calibri"/>
              </a:defRPr>
            </a:pPr>
            <a:r>
              <a:t>DWT+stats features (620f)  •  Ridge α=1000  •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8A"/>
                </a:solidFill>
                <a:latin typeface="Calibri"/>
              </a:defRPr>
            </a:pPr>
            <a:r>
              <a:t>Study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058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Training cohort: DMNELF (n=17)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• Simultaneous EEG-fMRI, 4 feedback runs × 125 TRs, TR=1.2s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• Personalized DMN/CEN ROIs, GSR'd targets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• DWT+stats features: 31 ch × 5 bands × 4 stats = 620 features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• Group Ridge(1000) trained on all 17 subjects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Test cohort: rtBPD (n=3 pilot)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• Independent study, different participants, different clinical population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• Same scanner, same NF paradigm, TR=1.2s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• 5 feedback runs × 150 TRs per session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• 30s baseline (25 TRs) → feedback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Key question: does the DMNELF fingerprint predict rtBPD fMRI network state?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→ No retraining, no subject-specific calibration — pure generalization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→ Then: does pseudo-target calibration (1-3 runs) improve 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761D"/>
                </a:solidFill>
                <a:latin typeface="Calibri"/>
              </a:defRPr>
            </a:pPr>
            <a:r>
              <a:t>Cross-Cohort Results (No Calibration)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DMNELF group model → rtBPD prediction (n=3 pilot):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Target       mean r     rtbpd002   rtbpd003   rtbpd004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RAW DMN      +0.248     +0.16      +0.33      +0.25     ← arousal transfers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PDA          +0.096     +0.27      +0.02      -0.00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GSR CEN      +0.075     +0.17      -0.00      +0.06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GSR DMN      +0.052     +0.03      -0.08      +0.21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For reference — DMNELF cross-subject (LOSO, n=17):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GSR CEN = +0.179,  PDA = +0.155,  RAW DMN = +0.184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The fingerprint DOES transfer cross-cohort: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• RAW DMN (arousal) transfers strongly — as expected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• rtbpd002 shows GSR CEN r=+0.17 and PDA r=+0.27 — matches DMNELF average</a:t>
            </a:r>
          </a:p>
          <a:p>
            <a:pPr>
              <a:spcAft>
                <a:spcPts val="600"/>
              </a:spcAft>
              <a:defRPr sz="1500">
                <a:solidFill>
                  <a:srgbClr val="2C2C2C"/>
                </a:solidFill>
                <a:latin typeface="Calibri"/>
              </a:defRPr>
            </a:pPr>
            <a:r>
              <a:t>  • rtbpd003 and rtbpd004 are near zero for arousal-free targets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5F8A"/>
                </a:solidFill>
                <a:latin typeface="Calibri"/>
              </a:defRPr>
            </a:pPr>
            <a:r>
              <a:t>Effect of Pseudo-Target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PDA (best arousal-free target):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Cal runs    mean r    rtbpd002   rtbpd003   rtbpd004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0 (none)    +0.096    +0.27      +0.02      -0.00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1 run       +0.082    +0.28      +0.04      -0.07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2 runs      +0.107    +0.26      -0.00      +0.07    ← best group mean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3 runs      +0.009    +0.29      +0.00      -0.27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GSR'd CEN: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0 (none)    +0.075    +0.17      -0.00      +0.06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1 run       +0.044    +0.26      -0.12      -0.00    ← 002 improves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2 runs      +0.033    +0.16      -0.05      -0.00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  3 runs      -0.017    +0.13      -0.00      -0.18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rtbpd002 consistently benefits from calibration (PDA +0.27→+0.29)</a:t>
            </a:r>
          </a:p>
          <a:p>
            <a:pPr>
              <a:spcAft>
                <a:spcPts val="560"/>
              </a:spcAft>
              <a:defRPr sz="1400">
                <a:solidFill>
                  <a:srgbClr val="2C2C2C"/>
                </a:solidFill>
                <a:latin typeface="Calibri"/>
              </a:defRPr>
            </a:pPr>
            <a:r>
              <a:t>rtbpd003 and rtbpd004 are non-responders — need more subjects to conclude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 of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Feature Engineering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  DWT statistical features (energy, mean, std, entropy) beat Hilbert by 56%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  Improvement comes from stats, not the wavelet decomposition itself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Cross-Subject (within DMNELF, n=17)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  GSR CEN r=0.179 (p=0.001) — strong, with pseudo-target calibration r=0.16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  PDA r=0.155 (p=0.006)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Cross-Cohort (DMNELF → rtBPD, n=3 pilot)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  The fingerprint transfers — rtbpd002: PDA r=+0.27, GSR CEN r=+0.17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  Group mean weaker (PDA r=+0.10) — need more subjects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DMN Decoding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  Marginal cross-subject (r=0.10) — infraslow and PLV don't help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  CEN is the tractable target; DMN needs source localization</a:t>
            </a: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</a:p>
          <a:p>
            <a:pPr algn="ctr">
              <a:spcAft>
                <a:spcPts val="680"/>
              </a:spcAft>
              <a:defRPr sz="1700">
                <a:solidFill>
                  <a:srgbClr val="DDDDDD"/>
                </a:solidFill>
                <a:latin typeface="Calibri"/>
              </a:defRPr>
            </a:pPr>
            <a:r>
              <a:t>Practical Pipeline: DWT+stats → CAR → group Ridge → deploy EEG-only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8A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Expand rtBPD replication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Organize remaining subjects from BrainVision export (~20 more)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Need n≥10 for meaningful group statistics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Optimize calibration for cross-cohort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Test whether task timing differences explain calibration failure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Try fMRI-based calibration (1 feedback run with fMRI) as upper bound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Real-time implementation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Implement DWT+stats in MURFI or standalone EEG processor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DWT is O(n) — fast enough for real-time at TR=1.2s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Source localization for DMN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Beamformer/eLORETA → virtual sensors at mPFC and PCC</a:t>
            </a:r>
          </a:p>
          <a:p>
            <a:pPr>
              <a:spcAft>
                <a:spcPts val="640"/>
              </a:spcAft>
              <a:defRPr sz="1600">
                <a:solidFill>
                  <a:srgbClr val="2C2C2C"/>
                </a:solidFill>
                <a:latin typeface="Calibri"/>
              </a:defRPr>
            </a:pPr>
            <a:r>
              <a:t>  May close the CEN-DMN gap and enable true EEG-PDA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